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E8FB1D-9F97-4250-BB54-BCE2441914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36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 the demo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8A04EB-074C-4EAF-A7F0-3792714816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01893D-2236-4A65-92A8-1B8C591C78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B86F599-9238-442B-BFEF-A9BCFC853D1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Launch Deck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Zero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Roadmap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 readers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Q2 writers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